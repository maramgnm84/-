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10" Type="http://schemas.openxmlformats.org/officeDocument/2006/relationships/image" Target="../media/image1_clean.png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10" Type="http://schemas.openxmlformats.org/officeDocument/2006/relationships/image" Target="../media/image8_clean.png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10" Type="http://schemas.openxmlformats.org/officeDocument/2006/relationships/image" Target="../media/image9_nopills.png"/><Relationship Id="rId11" Type="http://schemas.openxmlformats.org/officeDocument/2006/relationships/image" Target="../media/image9_unsel.png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Tile bg"/>
          <p:cNvPicPr>
            <a:picLocks noChangeAspect="1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101" name="Tile card"/>
          <p:cNvPicPr>
            <a:picLocks noChangeAspect="1"/>
          </p:cNvPicPr>
          <p:nvPr/>
        </p:nvPicPr>
        <p:blipFill>
          <a:blip r:embed="rId2"/>
          <a:srcRect l="8140" t="15104" r="8285" b="10677"/>
          <a:stretch>
            <a:fillRect/>
          </a:stretch>
        </p:blipFill>
        <p:spPr>
          <a:xfrm>
            <a:off x="1323163" y="1407716"/>
            <a:ext cx="13586046" cy="67300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9F9F9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78255"/>
          <a:stretch>
            <a:fillRect/>
          </a:stretch>
        </p:blipFill>
        <p:spPr>
          <a:xfrm>
            <a:off x="0" y="38100"/>
            <a:ext cx="16256000" cy="1971774"/>
          </a:xfrm>
          <a:prstGeom prst="rect">
            <a:avLst/>
          </a:prstGeom>
        </p:spPr>
      </p:pic>
      <p:pic>
        <p:nvPicPr>
          <p:cNvPr id="102" name="Tile wm"/>
          <p:cNvPicPr>
            <a:picLocks noChangeAspect="1"/>
          </p:cNvPicPr>
          <p:nvPr/>
        </p:nvPicPr>
        <p:blipFill>
          <a:blip r:embed="rId2"/>
          <a:srcRect l="0" t="96615" r="0" b="0"/>
          <a:stretch>
            <a:fillRect/>
          </a:stretch>
        </p:blipFill>
        <p:spPr>
          <a:xfrm>
            <a:off x="0" y="8798917"/>
            <a:ext cx="16256000" cy="306983"/>
          </a:xfrm>
          <a:prstGeom prst="rect">
            <a:avLst/>
          </a:prstGeom>
        </p:spPr>
      </p:pic>
      <p:pic>
        <p:nvPicPr>
          <p:cNvPr id="103" name="Tile P1"/>
          <p:cNvPicPr>
            <a:picLocks noChangeAspect="1"/>
          </p:cNvPicPr>
          <p:nvPr/>
        </p:nvPicPr>
        <p:blipFill>
          <a:blip r:embed="rId2"/>
          <a:srcRect l="0" t="21224" r="0" b="61068"/>
          <a:stretch>
            <a:fillRect/>
          </a:stretch>
        </p:blipFill>
        <p:spPr>
          <a:xfrm>
            <a:off x="0" y="1962646"/>
            <a:ext cx="16256000" cy="1605756"/>
          </a:xfrm>
          <a:prstGeom prst="rect">
            <a:avLst/>
          </a:prstGeom>
        </p:spPr>
      </p:pic>
      <p:pic>
        <p:nvPicPr>
          <p:cNvPr id="104" name="Tile P2"/>
          <p:cNvPicPr>
            <a:picLocks noChangeAspect="1"/>
          </p:cNvPicPr>
          <p:nvPr/>
        </p:nvPicPr>
        <p:blipFill>
          <a:blip r:embed="rId2"/>
          <a:srcRect l="0" t="38411" r="0" b="43229"/>
          <a:stretch>
            <a:fillRect/>
          </a:stretch>
        </p:blipFill>
        <p:spPr>
          <a:xfrm>
            <a:off x="0" y="3521174"/>
            <a:ext cx="16256000" cy="1664792"/>
          </a:xfrm>
          <a:prstGeom prst="rect">
            <a:avLst/>
          </a:prstGeom>
        </p:spPr>
      </p:pic>
      <p:pic>
        <p:nvPicPr>
          <p:cNvPr id="105" name="Tile P3"/>
          <p:cNvPicPr>
            <a:picLocks noChangeAspect="1"/>
          </p:cNvPicPr>
          <p:nvPr/>
        </p:nvPicPr>
        <p:blipFill>
          <a:blip r:embed="rId2"/>
          <a:srcRect l="0" t="56250" r="0" b="25521"/>
          <a:stretch>
            <a:fillRect/>
          </a:stretch>
        </p:blipFill>
        <p:spPr>
          <a:xfrm>
            <a:off x="0" y="5138738"/>
            <a:ext cx="16256000" cy="1652984"/>
          </a:xfrm>
          <a:prstGeom prst="rect">
            <a:avLst/>
          </a:prstGeom>
        </p:spPr>
      </p:pic>
      <p:pic>
        <p:nvPicPr>
          <p:cNvPr id="106" name="Tile P4"/>
          <p:cNvPicPr>
            <a:picLocks noChangeAspect="1"/>
          </p:cNvPicPr>
          <p:nvPr/>
        </p:nvPicPr>
        <p:blipFill>
          <a:blip r:embed="rId2"/>
          <a:srcRect l="0" t="73958" r="0" b="2865"/>
          <a:stretch>
            <a:fillRect/>
          </a:stretch>
        </p:blipFill>
        <p:spPr>
          <a:xfrm>
            <a:off x="0" y="6744494"/>
            <a:ext cx="16256000" cy="21016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8128000" cy="9067800"/>
          </a:xfrm>
          <a:prstGeom prst="rect">
            <a:avLst/>
          </a:prstGeom>
          <a:solidFill>
            <a:srgbClr val="FDF9ED"/>
          </a:solidFill>
          <a:ln>
            <a:noFill/>
          </a:ln>
        </p:spPr>
      </p:sp>
      <p:sp>
        <p:nvSpPr>
          <p:cNvPr id="101" name="Background 2"/>
          <p:cNvSpPr/>
          <p:nvPr/>
        </p:nvSpPr>
        <p:spPr>
          <a:xfrm>
            <a:off x="8128000" y="38100"/>
            <a:ext cx="8128000" cy="9067800"/>
          </a:xfrm>
          <a:prstGeom prst="rect">
            <a:avLst/>
          </a:prstGeom>
          <a:solidFill>
            <a:srgbClr val="DBFAF5"/>
          </a:solidFill>
          <a:ln>
            <a:noFill/>
          </a:ln>
        </p:spPr>
      </p:sp>
      <p:pic>
        <p:nvPicPr>
          <p:cNvPr id="102" name="Tile R1"/>
          <p:cNvPicPr>
            <a:picLocks noChangeAspect="1"/>
          </p:cNvPicPr>
          <p:nvPr/>
        </p:nvPicPr>
        <p:blipFill>
          <a:blip r:embed="rId2"/>
          <a:srcRect l="49855" t="0" r="0" b="61458"/>
          <a:stretch>
            <a:fillRect/>
          </a:stretch>
        </p:blipFill>
        <p:spPr>
          <a:xfrm>
            <a:off x="8104372" y="38100"/>
            <a:ext cx="8151628" cy="3494881"/>
          </a:xfrm>
          <a:prstGeom prst="rect">
            <a:avLst/>
          </a:prstGeom>
        </p:spPr>
      </p:pic>
      <p:pic>
        <p:nvPicPr>
          <p:cNvPr id="103" name="Tile R2"/>
          <p:cNvPicPr>
            <a:picLocks noChangeAspect="1"/>
          </p:cNvPicPr>
          <p:nvPr/>
        </p:nvPicPr>
        <p:blipFill>
          <a:blip r:embed="rId2"/>
          <a:srcRect l="49855" t="37500" r="0" b="0"/>
          <a:stretch>
            <a:fillRect/>
          </a:stretch>
        </p:blipFill>
        <p:spPr>
          <a:xfrm>
            <a:off x="8104372" y="3438525"/>
            <a:ext cx="8151628" cy="5667375"/>
          </a:xfrm>
          <a:prstGeom prst="rect">
            <a:avLst/>
          </a:prstGeom>
        </p:spPr>
      </p:pic>
      <p:pic>
        <p:nvPicPr>
          <p:cNvPr id="104" name="Tile L1"/>
          <p:cNvPicPr>
            <a:picLocks noChangeAspect="1"/>
          </p:cNvPicPr>
          <p:nvPr/>
        </p:nvPicPr>
        <p:blipFill>
          <a:blip r:embed="rId2"/>
          <a:srcRect l="0" t="0" r="49709" b="76302"/>
          <a:stretch>
            <a:fillRect/>
          </a:stretch>
        </p:blipFill>
        <p:spPr>
          <a:xfrm>
            <a:off x="0" y="38100"/>
            <a:ext cx="8175256" cy="2148880"/>
          </a:xfrm>
          <a:prstGeom prst="rect">
            <a:avLst/>
          </a:prstGeom>
        </p:spPr>
      </p:pic>
      <p:pic>
        <p:nvPicPr>
          <p:cNvPr id="105" name="Tile L2"/>
          <p:cNvPicPr>
            <a:picLocks noChangeAspect="1"/>
          </p:cNvPicPr>
          <p:nvPr/>
        </p:nvPicPr>
        <p:blipFill>
          <a:blip r:embed="rId2"/>
          <a:srcRect l="0" t="22656" r="49709" b="45964"/>
          <a:stretch>
            <a:fillRect/>
          </a:stretch>
        </p:blipFill>
        <p:spPr>
          <a:xfrm>
            <a:off x="0" y="2092523"/>
            <a:ext cx="8175256" cy="2845495"/>
          </a:xfrm>
          <a:prstGeom prst="rect">
            <a:avLst/>
          </a:prstGeom>
        </p:spPr>
      </p:pic>
      <p:pic>
        <p:nvPicPr>
          <p:cNvPr id="106" name="Tile L3"/>
          <p:cNvPicPr>
            <a:picLocks noChangeAspect="1"/>
          </p:cNvPicPr>
          <p:nvPr/>
        </p:nvPicPr>
        <p:blipFill>
          <a:blip r:embed="rId2"/>
          <a:srcRect l="0" t="52995" r="49709" b="0"/>
          <a:stretch>
            <a:fillRect/>
          </a:stretch>
        </p:blipFill>
        <p:spPr>
          <a:xfrm>
            <a:off x="0" y="4843562"/>
            <a:ext cx="8175256" cy="4262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9F9ED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77604"/>
          <a:stretch>
            <a:fillRect/>
          </a:stretch>
        </p:blipFill>
        <p:spPr>
          <a:xfrm>
            <a:off x="0" y="38100"/>
            <a:ext cx="16256000" cy="2030809"/>
          </a:xfrm>
          <a:prstGeom prst="rect">
            <a:avLst/>
          </a:prstGeom>
        </p:spPr>
      </p:pic>
      <p:pic>
        <p:nvPicPr>
          <p:cNvPr id="102" name="Tile C1"/>
          <p:cNvPicPr>
            <a:picLocks noChangeAspect="1"/>
          </p:cNvPicPr>
          <p:nvPr/>
        </p:nvPicPr>
        <p:blipFill>
          <a:blip r:embed="rId2"/>
          <a:srcRect l="0" t="21615" r="77689" b="12240"/>
          <a:stretch>
            <a:fillRect/>
          </a:stretch>
        </p:blipFill>
        <p:spPr>
          <a:xfrm>
            <a:off x="0" y="1998067"/>
            <a:ext cx="3626884" cy="5997972"/>
          </a:xfrm>
          <a:prstGeom prst="rect">
            <a:avLst/>
          </a:prstGeom>
        </p:spPr>
      </p:pic>
      <p:pic>
        <p:nvPicPr>
          <p:cNvPr id="103" name="Tile C2"/>
          <p:cNvPicPr>
            <a:picLocks noChangeAspect="1"/>
          </p:cNvPicPr>
          <p:nvPr/>
        </p:nvPicPr>
        <p:blipFill>
          <a:blip r:embed="rId2"/>
          <a:srcRect l="22020" t="21615" r="59157" b="12240"/>
          <a:stretch>
            <a:fillRect/>
          </a:stretch>
        </p:blipFill>
        <p:spPr>
          <a:xfrm>
            <a:off x="3579628" y="1998067"/>
            <a:ext cx="3059814" cy="5997972"/>
          </a:xfrm>
          <a:prstGeom prst="rect">
            <a:avLst/>
          </a:prstGeom>
        </p:spPr>
      </p:pic>
      <p:pic>
        <p:nvPicPr>
          <p:cNvPr id="104" name="Tile C3"/>
          <p:cNvPicPr>
            <a:picLocks noChangeAspect="1"/>
          </p:cNvPicPr>
          <p:nvPr/>
        </p:nvPicPr>
        <p:blipFill>
          <a:blip r:embed="rId2"/>
          <a:srcRect l="40552" t="21615" r="40770" b="12240"/>
          <a:stretch>
            <a:fillRect/>
          </a:stretch>
        </p:blipFill>
        <p:spPr>
          <a:xfrm>
            <a:off x="6592186" y="1998067"/>
            <a:ext cx="3036186" cy="5997972"/>
          </a:xfrm>
          <a:prstGeom prst="rect">
            <a:avLst/>
          </a:prstGeom>
        </p:spPr>
      </p:pic>
      <p:pic>
        <p:nvPicPr>
          <p:cNvPr id="105" name="Tile C4"/>
          <p:cNvPicPr>
            <a:picLocks noChangeAspect="1"/>
          </p:cNvPicPr>
          <p:nvPr/>
        </p:nvPicPr>
        <p:blipFill>
          <a:blip r:embed="rId2"/>
          <a:srcRect l="58939" t="21615" r="22093" b="12240"/>
          <a:stretch>
            <a:fillRect/>
          </a:stretch>
        </p:blipFill>
        <p:spPr>
          <a:xfrm>
            <a:off x="9581116" y="1998067"/>
            <a:ext cx="3083442" cy="5997972"/>
          </a:xfrm>
          <a:prstGeom prst="rect">
            <a:avLst/>
          </a:prstGeom>
        </p:spPr>
      </p:pic>
      <p:pic>
        <p:nvPicPr>
          <p:cNvPr id="106" name="Tile C5"/>
          <p:cNvPicPr>
            <a:picLocks noChangeAspect="1"/>
          </p:cNvPicPr>
          <p:nvPr/>
        </p:nvPicPr>
        <p:blipFill>
          <a:blip r:embed="rId2"/>
          <a:srcRect l="77616" t="21615" r="0" b="12240"/>
          <a:stretch>
            <a:fillRect/>
          </a:stretch>
        </p:blipFill>
        <p:spPr>
          <a:xfrm>
            <a:off x="12617302" y="1998067"/>
            <a:ext cx="3638698" cy="5997972"/>
          </a:xfrm>
          <a:prstGeom prst="rect">
            <a:avLst/>
          </a:prstGeom>
        </p:spPr>
      </p:pic>
      <p:pic>
        <p:nvPicPr>
          <p:cNvPr id="107" name="Tile NOTE"/>
          <p:cNvPicPr>
            <a:picLocks noChangeAspect="1"/>
          </p:cNvPicPr>
          <p:nvPr/>
        </p:nvPicPr>
        <p:blipFill>
          <a:blip r:embed="rId2"/>
          <a:srcRect l="0" t="86719" r="0" b="0"/>
          <a:stretch>
            <a:fillRect/>
          </a:stretch>
        </p:blipFill>
        <p:spPr>
          <a:xfrm>
            <a:off x="0" y="7901583"/>
            <a:ext cx="16256000" cy="12043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ECEDF2"/>
          </a:solidFill>
          <a:ln>
            <a:noFill/>
          </a:ln>
        </p:spPr>
      </p:sp>
      <p:pic>
        <p:nvPicPr>
          <p:cNvPr id="101" name="Tile top"/>
          <p:cNvPicPr>
            <a:picLocks noChangeAspect="1"/>
          </p:cNvPicPr>
          <p:nvPr/>
        </p:nvPicPr>
        <p:blipFill>
          <a:blip r:embed="rId2"/>
          <a:srcRect l="0" t="0" r="0" b="72786"/>
          <a:stretch>
            <a:fillRect/>
          </a:stretch>
        </p:blipFill>
        <p:spPr>
          <a:xfrm>
            <a:off x="0" y="38100"/>
            <a:ext cx="16256000" cy="2467670"/>
          </a:xfrm>
          <a:prstGeom prst="rect">
            <a:avLst/>
          </a:prstGeom>
        </p:spPr>
      </p:pic>
      <p:pic>
        <p:nvPicPr>
          <p:cNvPr id="102" name="Tile FL"/>
          <p:cNvPicPr>
            <a:picLocks noChangeAspect="1"/>
          </p:cNvPicPr>
          <p:nvPr/>
        </p:nvPicPr>
        <p:blipFill>
          <a:blip r:embed="rId2"/>
          <a:srcRect l="0" t="26432" r="92733" b="7292"/>
          <a:stretch>
            <a:fillRect/>
          </a:stretch>
        </p:blipFill>
        <p:spPr>
          <a:xfrm>
            <a:off x="0" y="2434927"/>
            <a:ext cx="1181395" cy="6009779"/>
          </a:xfrm>
          <a:prstGeom prst="rect">
            <a:avLst/>
          </a:prstGeom>
        </p:spPr>
      </p:pic>
      <p:pic>
        <p:nvPicPr>
          <p:cNvPr id="103" name="Tile FR"/>
          <p:cNvPicPr>
            <a:picLocks noChangeAspect="1"/>
          </p:cNvPicPr>
          <p:nvPr/>
        </p:nvPicPr>
        <p:blipFill>
          <a:blip r:embed="rId2"/>
          <a:srcRect l="93895" t="26432" r="0" b="7292"/>
          <a:stretch>
            <a:fillRect/>
          </a:stretch>
        </p:blipFill>
        <p:spPr>
          <a:xfrm>
            <a:off x="15263628" y="2434927"/>
            <a:ext cx="992372" cy="6009779"/>
          </a:xfrm>
          <a:prstGeom prst="rect">
            <a:avLst/>
          </a:prstGeom>
        </p:spPr>
      </p:pic>
      <p:pic>
        <p:nvPicPr>
          <p:cNvPr id="104" name="Tile bot"/>
          <p:cNvPicPr>
            <a:picLocks noChangeAspect="1"/>
          </p:cNvPicPr>
          <p:nvPr/>
        </p:nvPicPr>
        <p:blipFill>
          <a:blip r:embed="rId2"/>
          <a:srcRect l="0" t="91927" r="0" b="0"/>
          <a:stretch>
            <a:fillRect/>
          </a:stretch>
        </p:blipFill>
        <p:spPr>
          <a:xfrm>
            <a:off x="0" y="8373864"/>
            <a:ext cx="16256000" cy="732036"/>
          </a:xfrm>
          <a:prstGeom prst="rect">
            <a:avLst/>
          </a:prstGeom>
        </p:spPr>
      </p:pic>
      <p:pic>
        <p:nvPicPr>
          <p:cNvPr id="105" name="Tile A"/>
          <p:cNvPicPr>
            <a:picLocks noChangeAspect="1"/>
          </p:cNvPicPr>
          <p:nvPr/>
        </p:nvPicPr>
        <p:blipFill>
          <a:blip r:embed="rId2"/>
          <a:srcRect l="69767" t="26432" r="5814" b="16927"/>
          <a:stretch>
            <a:fillRect/>
          </a:stretch>
        </p:blipFill>
        <p:spPr>
          <a:xfrm>
            <a:off x="11341395" y="2434927"/>
            <a:ext cx="3969489" cy="5136059"/>
          </a:xfrm>
          <a:prstGeom prst="rect">
            <a:avLst/>
          </a:prstGeom>
        </p:spPr>
      </p:pic>
      <p:pic>
        <p:nvPicPr>
          <p:cNvPr id="106" name="Tile B"/>
          <p:cNvPicPr>
            <a:picLocks noChangeAspect="1"/>
          </p:cNvPicPr>
          <p:nvPr/>
        </p:nvPicPr>
        <p:blipFill>
          <a:blip r:embed="rId2"/>
          <a:srcRect l="38227" t="26432" r="29942" b="16927"/>
          <a:stretch>
            <a:fillRect/>
          </a:stretch>
        </p:blipFill>
        <p:spPr>
          <a:xfrm>
            <a:off x="6214140" y="2434927"/>
            <a:ext cx="5174511" cy="5136059"/>
          </a:xfrm>
          <a:prstGeom prst="rect">
            <a:avLst/>
          </a:prstGeom>
        </p:spPr>
      </p:pic>
      <p:pic>
        <p:nvPicPr>
          <p:cNvPr id="107" name="Tile C"/>
          <p:cNvPicPr>
            <a:picLocks noChangeAspect="1"/>
          </p:cNvPicPr>
          <p:nvPr/>
        </p:nvPicPr>
        <p:blipFill>
          <a:blip r:embed="rId2"/>
          <a:srcRect l="6977" t="26432" r="61483" b="16927"/>
          <a:stretch>
            <a:fillRect/>
          </a:stretch>
        </p:blipFill>
        <p:spPr>
          <a:xfrm>
            <a:off x="1134140" y="2434927"/>
            <a:ext cx="5127255" cy="5136059"/>
          </a:xfrm>
          <a:prstGeom prst="rect">
            <a:avLst/>
          </a:prstGeom>
        </p:spPr>
      </p:pic>
      <p:pic>
        <p:nvPicPr>
          <p:cNvPr id="108" name="Tile SENT"/>
          <p:cNvPicPr>
            <a:picLocks noChangeAspect="1"/>
          </p:cNvPicPr>
          <p:nvPr/>
        </p:nvPicPr>
        <p:blipFill>
          <a:blip r:embed="rId2"/>
          <a:srcRect l="6977" t="82031" r="5814" b="7292"/>
          <a:stretch>
            <a:fillRect/>
          </a:stretch>
        </p:blipFill>
        <p:spPr>
          <a:xfrm>
            <a:off x="1134140" y="7476530"/>
            <a:ext cx="14176744" cy="968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9F9ED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78255"/>
          <a:stretch>
            <a:fillRect/>
          </a:stretch>
        </p:blipFill>
        <p:spPr>
          <a:xfrm>
            <a:off x="0" y="38100"/>
            <a:ext cx="16256000" cy="1971774"/>
          </a:xfrm>
          <a:prstGeom prst="rect">
            <a:avLst/>
          </a:prstGeom>
        </p:spPr>
      </p:pic>
      <p:pic>
        <p:nvPicPr>
          <p:cNvPr id="102" name="Tile T1"/>
          <p:cNvPicPr>
            <a:picLocks noChangeAspect="1"/>
          </p:cNvPicPr>
          <p:nvPr/>
        </p:nvPicPr>
        <p:blipFill>
          <a:blip r:embed="rId2"/>
          <a:srcRect l="0" t="20964" r="0" b="61328"/>
          <a:stretch>
            <a:fillRect/>
          </a:stretch>
        </p:blipFill>
        <p:spPr>
          <a:xfrm>
            <a:off x="0" y="1939032"/>
            <a:ext cx="16256000" cy="1605756"/>
          </a:xfrm>
          <a:prstGeom prst="rect">
            <a:avLst/>
          </a:prstGeom>
        </p:spPr>
      </p:pic>
      <p:pic>
        <p:nvPicPr>
          <p:cNvPr id="103" name="Tile R2"/>
          <p:cNvPicPr>
            <a:picLocks noChangeAspect="1"/>
          </p:cNvPicPr>
          <p:nvPr/>
        </p:nvPicPr>
        <p:blipFill>
          <a:blip r:embed="rId2"/>
          <a:srcRect l="50073" t="37891" r="0" b="38802"/>
          <a:stretch>
            <a:fillRect/>
          </a:stretch>
        </p:blipFill>
        <p:spPr>
          <a:xfrm>
            <a:off x="8139814" y="3473946"/>
            <a:ext cx="8116186" cy="2113459"/>
          </a:xfrm>
          <a:prstGeom prst="rect">
            <a:avLst/>
          </a:prstGeom>
        </p:spPr>
      </p:pic>
      <p:pic>
        <p:nvPicPr>
          <p:cNvPr id="104" name="Tile R3"/>
          <p:cNvPicPr>
            <a:picLocks noChangeAspect="1"/>
          </p:cNvPicPr>
          <p:nvPr/>
        </p:nvPicPr>
        <p:blipFill>
          <a:blip r:embed="rId2"/>
          <a:srcRect l="50073" t="60156" r="0" b="16276"/>
          <a:stretch>
            <a:fillRect/>
          </a:stretch>
        </p:blipFill>
        <p:spPr>
          <a:xfrm>
            <a:off x="8139814" y="5492948"/>
            <a:ext cx="8116186" cy="2137073"/>
          </a:xfrm>
          <a:prstGeom prst="rect">
            <a:avLst/>
          </a:prstGeom>
        </p:spPr>
      </p:pic>
      <p:pic>
        <p:nvPicPr>
          <p:cNvPr id="105" name="Tile R4"/>
          <p:cNvPicPr>
            <a:picLocks noChangeAspect="1"/>
          </p:cNvPicPr>
          <p:nvPr/>
        </p:nvPicPr>
        <p:blipFill>
          <a:blip r:embed="rId2"/>
          <a:srcRect l="50073" t="82682" r="0" b="0"/>
          <a:stretch>
            <a:fillRect/>
          </a:stretch>
        </p:blipFill>
        <p:spPr>
          <a:xfrm>
            <a:off x="8139814" y="7535565"/>
            <a:ext cx="8116186" cy="1570335"/>
          </a:xfrm>
          <a:prstGeom prst="rect">
            <a:avLst/>
          </a:prstGeom>
        </p:spPr>
      </p:pic>
      <p:pic>
        <p:nvPicPr>
          <p:cNvPr id="106" name="Tile L2"/>
          <p:cNvPicPr>
            <a:picLocks noChangeAspect="1"/>
          </p:cNvPicPr>
          <p:nvPr/>
        </p:nvPicPr>
        <p:blipFill>
          <a:blip r:embed="rId2"/>
          <a:srcRect l="0" t="37891" r="49637" b="38802"/>
          <a:stretch>
            <a:fillRect/>
          </a:stretch>
        </p:blipFill>
        <p:spPr>
          <a:xfrm>
            <a:off x="0" y="3473946"/>
            <a:ext cx="8187070" cy="2113459"/>
          </a:xfrm>
          <a:prstGeom prst="rect">
            <a:avLst/>
          </a:prstGeom>
        </p:spPr>
      </p:pic>
      <p:pic>
        <p:nvPicPr>
          <p:cNvPr id="107" name="Tile L3"/>
          <p:cNvPicPr>
            <a:picLocks noChangeAspect="1"/>
          </p:cNvPicPr>
          <p:nvPr/>
        </p:nvPicPr>
        <p:blipFill>
          <a:blip r:embed="rId2"/>
          <a:srcRect l="0" t="60156" r="49637" b="16276"/>
          <a:stretch>
            <a:fillRect/>
          </a:stretch>
        </p:blipFill>
        <p:spPr>
          <a:xfrm>
            <a:off x="0" y="5492948"/>
            <a:ext cx="8187070" cy="2137073"/>
          </a:xfrm>
          <a:prstGeom prst="rect">
            <a:avLst/>
          </a:prstGeom>
        </p:spPr>
      </p:pic>
      <p:pic>
        <p:nvPicPr>
          <p:cNvPr id="108" name="Tile L4"/>
          <p:cNvPicPr>
            <a:picLocks noChangeAspect="1"/>
          </p:cNvPicPr>
          <p:nvPr/>
        </p:nvPicPr>
        <p:blipFill>
          <a:blip r:embed="rId2"/>
          <a:srcRect l="0" t="82682" r="49637" b="0"/>
          <a:stretch>
            <a:fillRect/>
          </a:stretch>
        </p:blipFill>
        <p:spPr>
          <a:xfrm>
            <a:off x="0" y="7535565"/>
            <a:ext cx="8187070" cy="1570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9F9F3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82161"/>
          <a:stretch>
            <a:fillRect/>
          </a:stretch>
        </p:blipFill>
        <p:spPr>
          <a:xfrm>
            <a:off x="0" y="38100"/>
            <a:ext cx="16256000" cy="1617563"/>
          </a:xfrm>
          <a:prstGeom prst="rect">
            <a:avLst/>
          </a:prstGeom>
        </p:spPr>
      </p:pic>
      <p:pic>
        <p:nvPicPr>
          <p:cNvPr id="102" name="Tile A1"/>
          <p:cNvPicPr>
            <a:picLocks noChangeAspect="1"/>
          </p:cNvPicPr>
          <p:nvPr/>
        </p:nvPicPr>
        <p:blipFill>
          <a:blip r:embed="rId2"/>
          <a:srcRect l="0" t="17057" r="0" b="68099"/>
          <a:stretch>
            <a:fillRect/>
          </a:stretch>
        </p:blipFill>
        <p:spPr>
          <a:xfrm>
            <a:off x="0" y="1584821"/>
            <a:ext cx="16256000" cy="1346002"/>
          </a:xfrm>
          <a:prstGeom prst="rect">
            <a:avLst/>
          </a:prstGeom>
        </p:spPr>
      </p:pic>
      <p:pic>
        <p:nvPicPr>
          <p:cNvPr id="103" name="Tile A2"/>
          <p:cNvPicPr>
            <a:picLocks noChangeAspect="1"/>
          </p:cNvPicPr>
          <p:nvPr/>
        </p:nvPicPr>
        <p:blipFill>
          <a:blip r:embed="rId2"/>
          <a:srcRect l="51890" t="31120" r="0" b="45182"/>
          <a:stretch>
            <a:fillRect/>
          </a:stretch>
        </p:blipFill>
        <p:spPr>
          <a:xfrm>
            <a:off x="8435163" y="2859980"/>
            <a:ext cx="7820837" cy="2148880"/>
          </a:xfrm>
          <a:prstGeom prst="rect">
            <a:avLst/>
          </a:prstGeom>
        </p:spPr>
      </p:pic>
      <p:pic>
        <p:nvPicPr>
          <p:cNvPr id="104" name="Tile A3"/>
          <p:cNvPicPr>
            <a:picLocks noChangeAspect="1"/>
          </p:cNvPicPr>
          <p:nvPr/>
        </p:nvPicPr>
        <p:blipFill>
          <a:blip r:embed="rId2"/>
          <a:srcRect l="0" t="31120" r="47674" b="45182"/>
          <a:stretch>
            <a:fillRect/>
          </a:stretch>
        </p:blipFill>
        <p:spPr>
          <a:xfrm>
            <a:off x="0" y="2859980"/>
            <a:ext cx="8506047" cy="2148880"/>
          </a:xfrm>
          <a:prstGeom prst="rect">
            <a:avLst/>
          </a:prstGeom>
        </p:spPr>
      </p:pic>
      <p:pic>
        <p:nvPicPr>
          <p:cNvPr id="105" name="Tile B1"/>
          <p:cNvPicPr>
            <a:picLocks noChangeAspect="1"/>
          </p:cNvPicPr>
          <p:nvPr/>
        </p:nvPicPr>
        <p:blipFill>
          <a:blip r:embed="rId2"/>
          <a:srcRect l="0" t="53776" r="0" b="29948"/>
          <a:stretch>
            <a:fillRect/>
          </a:stretch>
        </p:blipFill>
        <p:spPr>
          <a:xfrm>
            <a:off x="0" y="4914404"/>
            <a:ext cx="16256000" cy="1475879"/>
          </a:xfrm>
          <a:prstGeom prst="rect">
            <a:avLst/>
          </a:prstGeom>
        </p:spPr>
      </p:pic>
      <p:pic>
        <p:nvPicPr>
          <p:cNvPr id="106" name="Tile B2"/>
          <p:cNvPicPr>
            <a:picLocks noChangeAspect="1"/>
          </p:cNvPicPr>
          <p:nvPr/>
        </p:nvPicPr>
        <p:blipFill>
          <a:blip r:embed="rId2"/>
          <a:srcRect l="74128" t="69141" r="0" b="0"/>
          <a:stretch>
            <a:fillRect/>
          </a:stretch>
        </p:blipFill>
        <p:spPr>
          <a:xfrm>
            <a:off x="12050233" y="6307634"/>
            <a:ext cx="4205767" cy="2798266"/>
          </a:xfrm>
          <a:prstGeom prst="rect">
            <a:avLst/>
          </a:prstGeom>
        </p:spPr>
      </p:pic>
      <p:pic>
        <p:nvPicPr>
          <p:cNvPr id="107" name="Tile B3"/>
          <p:cNvPicPr>
            <a:picLocks noChangeAspect="1"/>
          </p:cNvPicPr>
          <p:nvPr/>
        </p:nvPicPr>
        <p:blipFill>
          <a:blip r:embed="rId2"/>
          <a:srcRect l="0" t="69141" r="25436" b="0"/>
          <a:stretch>
            <a:fillRect/>
          </a:stretch>
        </p:blipFill>
        <p:spPr>
          <a:xfrm>
            <a:off x="0" y="6307634"/>
            <a:ext cx="12121116" cy="2798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3EDE7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80599"/>
          <a:stretch>
            <a:fillRect/>
          </a:stretch>
        </p:blipFill>
        <p:spPr>
          <a:xfrm>
            <a:off x="0" y="38100"/>
            <a:ext cx="16256000" cy="1759248"/>
          </a:xfrm>
          <a:prstGeom prst="rect">
            <a:avLst/>
          </a:prstGeom>
        </p:spPr>
      </p:pic>
      <p:pic>
        <p:nvPicPr>
          <p:cNvPr id="102" name="Tile K1"/>
          <p:cNvPicPr>
            <a:picLocks noChangeAspect="1"/>
          </p:cNvPicPr>
          <p:nvPr/>
        </p:nvPicPr>
        <p:blipFill>
          <a:blip r:embed="rId10"/>
          <a:srcRect l="0" t="18620" r="0" b="55208"/>
          <a:stretch>
            <a:fillRect/>
          </a:stretch>
        </p:blipFill>
        <p:spPr>
          <a:xfrm>
            <a:off x="0" y="1726505"/>
            <a:ext cx="16256000" cy="2373214"/>
          </a:xfrm>
          <a:prstGeom prst="rect">
            <a:avLst/>
          </a:prstGeom>
        </p:spPr>
      </p:pic>
      <p:pic>
        <p:nvPicPr>
          <p:cNvPr id="103" name="Tile K2"/>
          <p:cNvPicPr>
            <a:picLocks noChangeAspect="1"/>
          </p:cNvPicPr>
          <p:nvPr/>
        </p:nvPicPr>
        <p:blipFill>
          <a:blip r:embed="rId10"/>
          <a:srcRect l="0" t="44010" r="0" b="28646"/>
          <a:stretch>
            <a:fillRect/>
          </a:stretch>
        </p:blipFill>
        <p:spPr>
          <a:xfrm>
            <a:off x="0" y="4028877"/>
            <a:ext cx="16256000" cy="2479476"/>
          </a:xfrm>
          <a:prstGeom prst="rect">
            <a:avLst/>
          </a:prstGeom>
        </p:spPr>
      </p:pic>
      <p:pic>
        <p:nvPicPr>
          <p:cNvPr id="104" name="Tile K3"/>
          <p:cNvPicPr>
            <a:picLocks noChangeAspect="1"/>
          </p:cNvPicPr>
          <p:nvPr/>
        </p:nvPicPr>
        <p:blipFill>
          <a:blip r:embed="rId10"/>
          <a:srcRect l="0" t="70573" r="0" b="0"/>
          <a:stretch>
            <a:fillRect/>
          </a:stretch>
        </p:blipFill>
        <p:spPr>
          <a:xfrm>
            <a:off x="0" y="6437511"/>
            <a:ext cx="16256000" cy="2668389"/>
          </a:xfrm>
          <a:prstGeom prst="rect">
            <a:avLst/>
          </a:prstGeom>
        </p:spPr>
      </p:pic>
      <p:pic>
        <p:nvPicPr>
          <p:cNvPr id="105" name="Tile LB1"/>
          <p:cNvPicPr>
            <a:picLocks noChangeAspect="1"/>
          </p:cNvPicPr>
          <p:nvPr/>
        </p:nvPicPr>
        <p:blipFill>
          <a:blip r:embed="rId2"/>
          <a:srcRect l="78052" t="35417" r="4360" b="55208"/>
          <a:stretch>
            <a:fillRect/>
          </a:stretch>
        </p:blipFill>
        <p:spPr>
          <a:xfrm>
            <a:off x="12688186" y="3249612"/>
            <a:ext cx="2858977" cy="850107"/>
          </a:xfrm>
          <a:prstGeom prst="rect">
            <a:avLst/>
          </a:prstGeom>
        </p:spPr>
      </p:pic>
      <p:pic>
        <p:nvPicPr>
          <p:cNvPr id="106" name="Tile LB2"/>
          <p:cNvPicPr>
            <a:picLocks noChangeAspect="1"/>
          </p:cNvPicPr>
          <p:nvPr/>
        </p:nvPicPr>
        <p:blipFill>
          <a:blip r:embed="rId2"/>
          <a:srcRect l="78052" t="61979" r="4360" b="28646"/>
          <a:stretch>
            <a:fillRect/>
          </a:stretch>
        </p:blipFill>
        <p:spPr>
          <a:xfrm>
            <a:off x="12688186" y="5658247"/>
            <a:ext cx="2858977" cy="850106"/>
          </a:xfrm>
          <a:prstGeom prst="rect">
            <a:avLst/>
          </a:prstGeom>
        </p:spPr>
      </p:pic>
      <p:pic>
        <p:nvPicPr>
          <p:cNvPr id="107" name="Tile LB3"/>
          <p:cNvPicPr>
            <a:picLocks noChangeAspect="1"/>
          </p:cNvPicPr>
          <p:nvPr/>
        </p:nvPicPr>
        <p:blipFill>
          <a:blip r:embed="rId2"/>
          <a:srcRect l="78052" t="88542" r="4360" b="1302"/>
          <a:stretch>
            <a:fillRect/>
          </a:stretch>
        </p:blipFill>
        <p:spPr>
          <a:xfrm>
            <a:off x="12688186" y="8066881"/>
            <a:ext cx="2858977" cy="920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16" dur="600" autoRev="1" fill="hold"/>
                                        <p:tgtEl>
                                          <p:spTgt spid="1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30" dur="600" autoRev="1" fill="hold"/>
                                        <p:tgtEl>
                                          <p:spTgt spid="1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4" dur="600" autoRev="1" fill="hold"/>
                                        <p:tgtEl>
                                          <p:spTgt spid="1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9F3ED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77865"/>
          <a:stretch>
            <a:fillRect/>
          </a:stretch>
        </p:blipFill>
        <p:spPr>
          <a:xfrm>
            <a:off x="0" y="38100"/>
            <a:ext cx="16256000" cy="2007195"/>
          </a:xfrm>
          <a:prstGeom prst="rect">
            <a:avLst/>
          </a:prstGeom>
        </p:spPr>
      </p:pic>
      <p:pic>
        <p:nvPicPr>
          <p:cNvPr id="102" name="Tile Q1"/>
          <p:cNvPicPr>
            <a:picLocks noChangeAspect="1"/>
          </p:cNvPicPr>
          <p:nvPr/>
        </p:nvPicPr>
        <p:blipFill>
          <a:blip r:embed="rId10"/>
          <a:srcRect l="0" t="21615" r="0" b="41406"/>
          <a:stretch>
            <a:fillRect/>
          </a:stretch>
        </p:blipFill>
        <p:spPr>
          <a:xfrm>
            <a:off x="0" y="1998067"/>
            <a:ext cx="16256000" cy="3353197"/>
          </a:xfrm>
          <a:prstGeom prst="rect">
            <a:avLst/>
          </a:prstGeom>
        </p:spPr>
      </p:pic>
      <p:pic>
        <p:nvPicPr>
          <p:cNvPr id="103" name="Tile CH1"/>
          <p:cNvPicPr>
            <a:picLocks noChangeAspect="1"/>
          </p:cNvPicPr>
          <p:nvPr/>
        </p:nvPicPr>
        <p:blipFill>
          <a:blip r:embed="rId11"/>
          <a:srcRect l="31831" t="40365" r="19913" b="46094"/>
          <a:stretch>
            <a:fillRect/>
          </a:stretch>
        </p:blipFill>
        <p:spPr>
          <a:xfrm>
            <a:off x="5174512" y="3698280"/>
            <a:ext cx="7844465" cy="1227931"/>
          </a:xfrm>
          <a:prstGeom prst="rect">
            <a:avLst/>
          </a:prstGeom>
        </p:spPr>
      </p:pic>
      <p:pic>
        <p:nvPicPr>
          <p:cNvPr id="104" name="Tile AN1"/>
          <p:cNvPicPr>
            <a:picLocks noChangeAspect="1"/>
          </p:cNvPicPr>
          <p:nvPr/>
        </p:nvPicPr>
        <p:blipFill>
          <a:blip r:embed="rId2"/>
          <a:srcRect l="54942" t="40625" r="21512" b="46354"/>
          <a:stretch>
            <a:fillRect/>
          </a:stretch>
        </p:blipFill>
        <p:spPr>
          <a:xfrm>
            <a:off x="8931349" y="3721894"/>
            <a:ext cx="3827721" cy="1180703"/>
          </a:xfrm>
          <a:prstGeom prst="rect">
            <a:avLst/>
          </a:prstGeom>
        </p:spPr>
      </p:pic>
      <p:pic>
        <p:nvPicPr>
          <p:cNvPr id="105" name="Tile Q2"/>
          <p:cNvPicPr>
            <a:picLocks noChangeAspect="1"/>
          </p:cNvPicPr>
          <p:nvPr/>
        </p:nvPicPr>
        <p:blipFill>
          <a:blip r:embed="rId10"/>
          <a:srcRect l="0" t="57552" r="0" b="0"/>
          <a:stretch>
            <a:fillRect/>
          </a:stretch>
        </p:blipFill>
        <p:spPr>
          <a:xfrm>
            <a:off x="0" y="5256808"/>
            <a:ext cx="16256000" cy="3849092"/>
          </a:xfrm>
          <a:prstGeom prst="rect">
            <a:avLst/>
          </a:prstGeom>
        </p:spPr>
      </p:pic>
      <p:pic>
        <p:nvPicPr>
          <p:cNvPr id="106" name="Tile CH2"/>
          <p:cNvPicPr>
            <a:picLocks noChangeAspect="1"/>
          </p:cNvPicPr>
          <p:nvPr/>
        </p:nvPicPr>
        <p:blipFill>
          <a:blip r:embed="rId11"/>
          <a:srcRect l="31831" t="78385" r="19913" b="8333"/>
          <a:stretch>
            <a:fillRect/>
          </a:stretch>
        </p:blipFill>
        <p:spPr>
          <a:xfrm>
            <a:off x="5174512" y="7145933"/>
            <a:ext cx="7844465" cy="1204317"/>
          </a:xfrm>
          <a:prstGeom prst="rect">
            <a:avLst/>
          </a:prstGeom>
        </p:spPr>
      </p:pic>
      <p:pic>
        <p:nvPicPr>
          <p:cNvPr id="107" name="Tile AN2"/>
          <p:cNvPicPr>
            <a:picLocks noChangeAspect="1"/>
          </p:cNvPicPr>
          <p:nvPr/>
        </p:nvPicPr>
        <p:blipFill>
          <a:blip r:embed="rId2"/>
          <a:srcRect l="32122" t="78385" r="44331" b="8594"/>
          <a:stretch>
            <a:fillRect/>
          </a:stretch>
        </p:blipFill>
        <p:spPr>
          <a:xfrm>
            <a:off x="5221767" y="7145933"/>
            <a:ext cx="3827721" cy="1180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23" dur="600" autoRev="1" fill="hold"/>
                                        <p:tgtEl>
                                          <p:spTgt spid="1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4" dur="600" autoRev="1" fill="hold"/>
                                        <p:tgtEl>
                                          <p:spTgt spid="1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9F3ED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81250"/>
          <a:stretch>
            <a:fillRect/>
          </a:stretch>
        </p:blipFill>
        <p:spPr>
          <a:xfrm>
            <a:off x="0" y="38100"/>
            <a:ext cx="16256000" cy="1700212"/>
          </a:xfrm>
          <a:prstGeom prst="rect">
            <a:avLst/>
          </a:prstGeom>
        </p:spPr>
      </p:pic>
      <p:pic>
        <p:nvPicPr>
          <p:cNvPr id="102" name="Tile PA"/>
          <p:cNvPicPr>
            <a:picLocks noChangeAspect="1"/>
          </p:cNvPicPr>
          <p:nvPr/>
        </p:nvPicPr>
        <p:blipFill>
          <a:blip r:embed="rId2"/>
          <a:srcRect l="0" t="17969" r="0" b="61589"/>
          <a:stretch>
            <a:fillRect/>
          </a:stretch>
        </p:blipFill>
        <p:spPr>
          <a:xfrm>
            <a:off x="0" y="1667470"/>
            <a:ext cx="16256000" cy="1853704"/>
          </a:xfrm>
          <a:prstGeom prst="rect">
            <a:avLst/>
          </a:prstGeom>
        </p:spPr>
      </p:pic>
      <p:pic>
        <p:nvPicPr>
          <p:cNvPr id="103" name="Tile PB"/>
          <p:cNvPicPr>
            <a:picLocks noChangeAspect="1"/>
          </p:cNvPicPr>
          <p:nvPr/>
        </p:nvPicPr>
        <p:blipFill>
          <a:blip r:embed="rId2"/>
          <a:srcRect l="0" t="37630" r="0" b="41536"/>
          <a:stretch>
            <a:fillRect/>
          </a:stretch>
        </p:blipFill>
        <p:spPr>
          <a:xfrm>
            <a:off x="0" y="3450332"/>
            <a:ext cx="16256000" cy="1889125"/>
          </a:xfrm>
          <a:prstGeom prst="rect">
            <a:avLst/>
          </a:prstGeom>
        </p:spPr>
      </p:pic>
      <p:pic>
        <p:nvPicPr>
          <p:cNvPr id="104" name="Tile TBL"/>
          <p:cNvPicPr>
            <a:picLocks noChangeAspect="1"/>
          </p:cNvPicPr>
          <p:nvPr/>
        </p:nvPicPr>
        <p:blipFill>
          <a:blip r:embed="rId2"/>
          <a:srcRect l="0" t="57682" r="0" b="0"/>
          <a:stretch>
            <a:fillRect/>
          </a:stretch>
        </p:blipFill>
        <p:spPr>
          <a:xfrm>
            <a:off x="0" y="5268615"/>
            <a:ext cx="16256000" cy="3837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9F3E7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69010"/>
          <a:stretch>
            <a:fillRect/>
          </a:stretch>
        </p:blipFill>
        <p:spPr>
          <a:xfrm>
            <a:off x="0" y="38100"/>
            <a:ext cx="16256000" cy="2810073"/>
          </a:xfrm>
          <a:prstGeom prst="rect">
            <a:avLst/>
          </a:prstGeom>
        </p:spPr>
      </p:pic>
      <p:pic>
        <p:nvPicPr>
          <p:cNvPr id="102" name="Tile S1"/>
          <p:cNvPicPr>
            <a:picLocks noChangeAspect="1"/>
          </p:cNvPicPr>
          <p:nvPr/>
        </p:nvPicPr>
        <p:blipFill>
          <a:blip r:embed="rId2"/>
          <a:srcRect l="34884" t="30208" r="0" b="53125"/>
          <a:stretch>
            <a:fillRect/>
          </a:stretch>
        </p:blipFill>
        <p:spPr>
          <a:xfrm>
            <a:off x="5670698" y="2777331"/>
            <a:ext cx="10585302" cy="1511300"/>
          </a:xfrm>
          <a:prstGeom prst="rect">
            <a:avLst/>
          </a:prstGeom>
        </p:spPr>
      </p:pic>
      <p:pic>
        <p:nvPicPr>
          <p:cNvPr id="103" name="Tile A1"/>
          <p:cNvPicPr>
            <a:picLocks noChangeAspect="1"/>
          </p:cNvPicPr>
          <p:nvPr/>
        </p:nvPicPr>
        <p:blipFill>
          <a:blip r:embed="rId2"/>
          <a:srcRect l="0" t="30208" r="64535" b="53125"/>
          <a:stretch>
            <a:fillRect/>
          </a:stretch>
        </p:blipFill>
        <p:spPr>
          <a:xfrm>
            <a:off x="0" y="2777331"/>
            <a:ext cx="5765209" cy="1511300"/>
          </a:xfrm>
          <a:prstGeom prst="rect">
            <a:avLst/>
          </a:prstGeom>
        </p:spPr>
      </p:pic>
      <p:pic>
        <p:nvPicPr>
          <p:cNvPr id="104" name="Tile S2"/>
          <p:cNvPicPr>
            <a:picLocks noChangeAspect="1"/>
          </p:cNvPicPr>
          <p:nvPr/>
        </p:nvPicPr>
        <p:blipFill>
          <a:blip r:embed="rId2"/>
          <a:srcRect l="34884" t="46094" r="0" b="37240"/>
          <a:stretch>
            <a:fillRect/>
          </a:stretch>
        </p:blipFill>
        <p:spPr>
          <a:xfrm>
            <a:off x="5670698" y="4217789"/>
            <a:ext cx="10585302" cy="1511300"/>
          </a:xfrm>
          <a:prstGeom prst="rect">
            <a:avLst/>
          </a:prstGeom>
        </p:spPr>
      </p:pic>
      <p:pic>
        <p:nvPicPr>
          <p:cNvPr id="105" name="Tile A2"/>
          <p:cNvPicPr>
            <a:picLocks noChangeAspect="1"/>
          </p:cNvPicPr>
          <p:nvPr/>
        </p:nvPicPr>
        <p:blipFill>
          <a:blip r:embed="rId2"/>
          <a:srcRect l="0" t="46094" r="64535" b="37240"/>
          <a:stretch>
            <a:fillRect/>
          </a:stretch>
        </p:blipFill>
        <p:spPr>
          <a:xfrm>
            <a:off x="0" y="4217789"/>
            <a:ext cx="5765209" cy="1511300"/>
          </a:xfrm>
          <a:prstGeom prst="rect">
            <a:avLst/>
          </a:prstGeom>
        </p:spPr>
      </p:pic>
      <p:pic>
        <p:nvPicPr>
          <p:cNvPr id="106" name="Tile S3"/>
          <p:cNvPicPr>
            <a:picLocks noChangeAspect="1"/>
          </p:cNvPicPr>
          <p:nvPr/>
        </p:nvPicPr>
        <p:blipFill>
          <a:blip r:embed="rId2"/>
          <a:srcRect l="34884" t="61979" r="0" b="21354"/>
          <a:stretch>
            <a:fillRect/>
          </a:stretch>
        </p:blipFill>
        <p:spPr>
          <a:xfrm>
            <a:off x="5670698" y="5658247"/>
            <a:ext cx="10585302" cy="1511300"/>
          </a:xfrm>
          <a:prstGeom prst="rect">
            <a:avLst/>
          </a:prstGeom>
        </p:spPr>
      </p:pic>
      <p:pic>
        <p:nvPicPr>
          <p:cNvPr id="107" name="Tile A3"/>
          <p:cNvPicPr>
            <a:picLocks noChangeAspect="1"/>
          </p:cNvPicPr>
          <p:nvPr/>
        </p:nvPicPr>
        <p:blipFill>
          <a:blip r:embed="rId2"/>
          <a:srcRect l="0" t="61979" r="64535" b="21354"/>
          <a:stretch>
            <a:fillRect/>
          </a:stretch>
        </p:blipFill>
        <p:spPr>
          <a:xfrm>
            <a:off x="0" y="5658247"/>
            <a:ext cx="5765209" cy="1511300"/>
          </a:xfrm>
          <a:prstGeom prst="rect">
            <a:avLst/>
          </a:prstGeom>
        </p:spPr>
      </p:pic>
      <p:pic>
        <p:nvPicPr>
          <p:cNvPr id="108" name="Tile S4"/>
          <p:cNvPicPr>
            <a:picLocks noChangeAspect="1"/>
          </p:cNvPicPr>
          <p:nvPr/>
        </p:nvPicPr>
        <p:blipFill>
          <a:blip r:embed="rId2"/>
          <a:srcRect l="34884" t="77865" r="0" b="0"/>
          <a:stretch>
            <a:fillRect/>
          </a:stretch>
        </p:blipFill>
        <p:spPr>
          <a:xfrm>
            <a:off x="5670698" y="7098705"/>
            <a:ext cx="10585302" cy="2007195"/>
          </a:xfrm>
          <a:prstGeom prst="rect">
            <a:avLst/>
          </a:prstGeom>
        </p:spPr>
      </p:pic>
      <p:pic>
        <p:nvPicPr>
          <p:cNvPr id="109" name="Tile A4"/>
          <p:cNvPicPr>
            <a:picLocks noChangeAspect="1"/>
          </p:cNvPicPr>
          <p:nvPr/>
        </p:nvPicPr>
        <p:blipFill>
          <a:blip r:embed="rId2"/>
          <a:srcRect l="0" t="77865" r="64535" b="0"/>
          <a:stretch>
            <a:fillRect/>
          </a:stretch>
        </p:blipFill>
        <p:spPr>
          <a:xfrm>
            <a:off x="0" y="7098705"/>
            <a:ext cx="5765209" cy="2007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16" dur="60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30" dur="600" autoRev="1" fill="hold"/>
                                        <p:tgtEl>
                                          <p:spTgt spid="1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4" dur="600" autoRev="1" fill="hold"/>
                                        <p:tgtEl>
                                          <p:spTgt spid="1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58" dur="60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1"/>
          <p:cNvSpPr/>
          <p:nvPr/>
        </p:nvSpPr>
        <p:spPr>
          <a:xfrm>
            <a:off x="0" y="38100"/>
            <a:ext cx="16256000" cy="9067800"/>
          </a:xfrm>
          <a:prstGeom prst="rect">
            <a:avLst/>
          </a:prstGeom>
          <a:solidFill>
            <a:srgbClr val="F9F3ED"/>
          </a:solidFill>
          <a:ln>
            <a:noFill/>
          </a:ln>
        </p:spPr>
      </p:sp>
      <p:pic>
        <p:nvPicPr>
          <p:cNvPr id="101" name="Tile title"/>
          <p:cNvPicPr>
            <a:picLocks noChangeAspect="1"/>
          </p:cNvPicPr>
          <p:nvPr/>
        </p:nvPicPr>
        <p:blipFill>
          <a:blip r:embed="rId2"/>
          <a:srcRect l="0" t="0" r="0" b="78646"/>
          <a:stretch>
            <a:fillRect/>
          </a:stretch>
        </p:blipFill>
        <p:spPr>
          <a:xfrm>
            <a:off x="0" y="38100"/>
            <a:ext cx="16256000" cy="1936353"/>
          </a:xfrm>
          <a:prstGeom prst="rect">
            <a:avLst/>
          </a:prstGeom>
        </p:spPr>
      </p:pic>
      <p:pic>
        <p:nvPicPr>
          <p:cNvPr id="102" name="Tile CL"/>
          <p:cNvPicPr>
            <a:picLocks noChangeAspect="1"/>
          </p:cNvPicPr>
          <p:nvPr/>
        </p:nvPicPr>
        <p:blipFill>
          <a:blip r:embed="rId2"/>
          <a:srcRect l="39462" t="20573" r="39026" b="38542"/>
          <a:stretch>
            <a:fillRect/>
          </a:stretch>
        </p:blipFill>
        <p:spPr>
          <a:xfrm>
            <a:off x="6414977" y="1903611"/>
            <a:ext cx="3496930" cy="3707408"/>
          </a:xfrm>
          <a:prstGeom prst="rect">
            <a:avLst/>
          </a:prstGeom>
        </p:spPr>
      </p:pic>
      <p:pic>
        <p:nvPicPr>
          <p:cNvPr id="103" name="Tile TL"/>
          <p:cNvPicPr>
            <a:picLocks noChangeAspect="1"/>
          </p:cNvPicPr>
          <p:nvPr/>
        </p:nvPicPr>
        <p:blipFill>
          <a:blip r:embed="rId2"/>
          <a:srcRect l="0" t="20573" r="60029" b="52604"/>
          <a:stretch>
            <a:fillRect/>
          </a:stretch>
        </p:blipFill>
        <p:spPr>
          <a:xfrm>
            <a:off x="0" y="1903611"/>
            <a:ext cx="6497674" cy="2432248"/>
          </a:xfrm>
          <a:prstGeom prst="rect">
            <a:avLst/>
          </a:prstGeom>
        </p:spPr>
      </p:pic>
      <p:pic>
        <p:nvPicPr>
          <p:cNvPr id="104" name="Tile TR"/>
          <p:cNvPicPr>
            <a:picLocks noChangeAspect="1"/>
          </p:cNvPicPr>
          <p:nvPr/>
        </p:nvPicPr>
        <p:blipFill>
          <a:blip r:embed="rId2"/>
          <a:srcRect l="60465" t="20573" r="0" b="47656"/>
          <a:stretch>
            <a:fillRect/>
          </a:stretch>
        </p:blipFill>
        <p:spPr>
          <a:xfrm>
            <a:off x="9829209" y="1903611"/>
            <a:ext cx="6426791" cy="2880916"/>
          </a:xfrm>
          <a:prstGeom prst="rect">
            <a:avLst/>
          </a:prstGeom>
        </p:spPr>
      </p:pic>
      <p:pic>
        <p:nvPicPr>
          <p:cNvPr id="105" name="Tile BR"/>
          <p:cNvPicPr>
            <a:picLocks noChangeAspect="1"/>
          </p:cNvPicPr>
          <p:nvPr/>
        </p:nvPicPr>
        <p:blipFill>
          <a:blip r:embed="rId2"/>
          <a:srcRect l="60465" t="51562" r="0" b="8333"/>
          <a:stretch>
            <a:fillRect/>
          </a:stretch>
        </p:blipFill>
        <p:spPr>
          <a:xfrm>
            <a:off x="9829209" y="4713684"/>
            <a:ext cx="6426791" cy="3636566"/>
          </a:xfrm>
          <a:prstGeom prst="rect">
            <a:avLst/>
          </a:prstGeom>
        </p:spPr>
      </p:pic>
      <p:pic>
        <p:nvPicPr>
          <p:cNvPr id="106" name="Tile BL"/>
          <p:cNvPicPr>
            <a:picLocks noChangeAspect="1"/>
          </p:cNvPicPr>
          <p:nvPr/>
        </p:nvPicPr>
        <p:blipFill>
          <a:blip r:embed="rId2"/>
          <a:srcRect l="0" t="46615" r="60029" b="8333"/>
          <a:stretch>
            <a:fillRect/>
          </a:stretch>
        </p:blipFill>
        <p:spPr>
          <a:xfrm>
            <a:off x="0" y="4265017"/>
            <a:ext cx="6497674" cy="4085233"/>
          </a:xfrm>
          <a:prstGeom prst="rect">
            <a:avLst/>
          </a:prstGeom>
        </p:spPr>
      </p:pic>
      <p:pic>
        <p:nvPicPr>
          <p:cNvPr id="107" name="Tile CB"/>
          <p:cNvPicPr>
            <a:picLocks noChangeAspect="1"/>
          </p:cNvPicPr>
          <p:nvPr/>
        </p:nvPicPr>
        <p:blipFill>
          <a:blip r:embed="rId2"/>
          <a:srcRect l="39462" t="60677" r="39026" b="7812"/>
          <a:stretch>
            <a:fillRect/>
          </a:stretch>
        </p:blipFill>
        <p:spPr>
          <a:xfrm>
            <a:off x="6414977" y="5540177"/>
            <a:ext cx="3496930" cy="2857301"/>
          </a:xfrm>
          <a:prstGeom prst="rect">
            <a:avLst/>
          </a:prstGeom>
        </p:spPr>
      </p:pic>
      <p:pic>
        <p:nvPicPr>
          <p:cNvPr id="108" name="Tile MSG"/>
          <p:cNvPicPr>
            <a:picLocks noChangeAspect="1"/>
          </p:cNvPicPr>
          <p:nvPr/>
        </p:nvPicPr>
        <p:blipFill>
          <a:blip r:embed="rId2"/>
          <a:srcRect l="0" t="90885" r="0" b="0"/>
          <a:stretch>
            <a:fillRect/>
          </a:stretch>
        </p:blipFill>
        <p:spPr>
          <a:xfrm>
            <a:off x="0" y="8279408"/>
            <a:ext cx="16256000" cy="826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
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0-1.jpg" ContentType="image/jpg"/>
  <Override PartName="/ppt/media/image-11-1.jpg" ContentType="image/jpg"/>
  <Override PartName="/ppt/media/image-12-1.jpg" ContentType="image/jpg"/>
  <Override PartName="/ppt/media/image-13-1.jpg" ContentType="image/jpg"/>
  <Override PartName="/ppt/media/image-14-1.jpg" ContentType="image/jpg"/>
  <Override PartName="/ppt/media/image-15-1.jpg" ContentType="image/jpg"/>
  <Override PartName="/ppt/media/image-16-1.jpg" ContentType="image/jpg"/>
  <Override PartName="/ppt/media/image-17-1.jpg" ContentType="image/jpg"/>
  <Override PartName="/ppt/media/image-18-1.jpg" ContentType="image/jpg"/>
  <Override PartName="/ppt/media/image-19-1.jpg" ContentType="image/jpg"/>
  <Override PartName="/ppt/media/image-2-1.jpg" ContentType="image/jpg"/>
  <Override PartName="/ppt/media/image-20-1.jpg" ContentType="image/jpg"/>
  <Override PartName="/ppt/media/image-21-1.jpg" ContentType="image/jpg"/>
  <Override PartName="/ppt/media/image-22-1.jpg" ContentType="image/jpg"/>
  <Override PartName="/ppt/media/image-23-1.jpg" ContentType="image/jpg"/>
  <Override PartName="/ppt/media/image-24-1.jpg" ContentType="image/jpg"/>
  <Override PartName="/ppt/media/image-25-1.jpg" ContentType="image/jpg"/>
  <Override PartName="/ppt/media/image-26-1.jpg" ContentType="image/jpg"/>
  <Override PartName="/ppt/media/image-27-1.jpg" ContentType="image/jpg"/>
  <Override PartName="/ppt/media/image-28-1.jpg" ContentType="image/jpg"/>
  <Override PartName="/ppt/media/image-29-1.jpg" ContentType="image/jpg"/>
  <Override PartName="/ppt/media/image-3-1.jpg" ContentType="image/jpg"/>
  <Override PartName="/ppt/media/image-30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media/image-7-1.jpg" ContentType="image/jpg"/>
  <Override PartName="/ppt/media/image-8-1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out/full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2026-10-01T03:51:37Z</dcterms:created>
  <dcterms:modified xsi:type="dcterms:W3CDTF">2026-10-01T03:51:37Z</dcterms:modified>
</cp:coreProperties>
</file>